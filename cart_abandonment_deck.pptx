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02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this shop does not have a traffic problem. It has a checkout problem. Half of everything viewed gets carted - that is healthy intent. Then seven out of eight of those baskets are abandoned. The 7.2x figure sizes the problem; it is not a recovery target, because some carting is browsing.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one line if asked: I took the raw event log, cleaned it, modelled it into a star schema, and reduced it to one row per basket item so every item had exactly one ending. The key judgement call was splitting abandonment into removed versus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2 is the one to lead with if challenged. I expected price to drive abandonment. It does not - the spread is 1.1 points across a 10x range and it is not even monotonic. That rules out discounting, which is the intervention most people reach for first. I also tested first-visit versus returning visits and time of day; neither held up. Both are in the appendix of the written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the impact range. Say: this is a sensitivity, not a projection. I have assumed a 1 to 5 percent recovery rate because I have no basis in this data to claim a specific one - that is exactly what the test on the next slide is for. If someone pushes, concede immediately that the true figure could be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the finding I am most confident in is that this is a memory problem, not a price problem. The finding I am least confident in is the size of the opportunity. That is why the first thing I would do is run the test, not roll out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fill baskets.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none check out.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979,851</a:t>
            </a: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items were added to a cart in October 2019.
</a:t>
            </a:r>
            <a:r>
              <a:rPr lang="en-US" sz="2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857,000</a:t>
            </a: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them were never bought.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3D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43484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7.2×
</a:t>
            </a: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value sits in abandoned baskets than the shop actually earned</a:t>
            </a:r>
            <a:endParaRPr lang="en-US" sz="4000" dirty="0"/>
          </a:p>
        </p:txBody>
      </p:sp>
      <p:pic>
        <p:nvPicPr>
          <p:cNvPr id="7" name="Image 0" descr="/home/claude/deck/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71600"/>
            <a:ext cx="4572000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 items viewed  →  0.98M carted  →  0.12M purchased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REES46 cosmetics shop · October 2019 · 3.88M events · 399,366 users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followed every basket item to its ending.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4.1M raw events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view, cart, removal and purchase logged by the shop.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96596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AF6F4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21945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to 3.9M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tracking fires, sessionless events and zero prices. 94.6% retained.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A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Modelled six tables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 flat event log into a star schema linking users, sessions, products and baskets.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AF6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basket item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979,851 items tagged: purchased, removed, or silently abandoned.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8463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that matters:  </a:t>
            </a: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taken back out of a basket is a rejection. An item left behind is a disappearance. Most analyses report one blended number and miss that these need different fixes.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— and one popular theory that failed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They forget, they don't refuse</a:t>
            </a:r>
            <a:endParaRPr lang="en-US" sz="1700" dirty="0"/>
          </a:p>
        </p:txBody>
      </p:sp>
      <p:pic>
        <p:nvPicPr>
          <p:cNvPr id="5" name="Image 0" descr="/home/claude/deck/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539496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297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abandonment is 3.3× active rejection. Two thirds of items are never revisited at all.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Price is not the reason</a:t>
            </a:r>
            <a:endParaRPr lang="en-US" sz="1700" dirty="0"/>
          </a:p>
        </p:txBody>
      </p:sp>
      <p:pic>
        <p:nvPicPr>
          <p:cNvPr id="8" name="Image 1" descr="/home/claude/deck/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65960"/>
            <a:ext cx="512064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4297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stays between 87.3% and 88.4% across a 10× price range. Tested and rejected.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50292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AF6F4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5166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They don't come back.  </a:t>
            </a: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9.7% of new visitors return the following week  near identical across all four October cohorts. The abandoned basket and the lost customer are largely the same event.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 them. Don't discount them.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Basket-recovery messaging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658,482 silently abandoned items  not the 198,417 that were actively removed. These customers never rejected anything; they left and did not return.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Finding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Baskets that survive the session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21868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9.7% week-one return rate, a persistent basket is the only remaining link to a customer who will otherwise never be seen again.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4672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Finding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7A6A6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cut prices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17320" y="43891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is flat across a 10× price range. A discount sacrifices margin against a factor the data shows is not driving the </a:t>
            </a:r>
            <a:r>
              <a:rPr lang="en-US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8" name="Text 16"/>
          <p:cNvSpPr/>
          <p:nvPr/>
        </p:nvSpPr>
        <p:spPr>
          <a:xfrm>
            <a:off x="80467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Finding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1600200"/>
            <a:ext cx="1417320" cy="365760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2194560"/>
            <a:ext cx="1234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1–5%
RECOVERED
</a:t>
            </a: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+5.6%</a:t>
            </a:r>
          </a:p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to</a:t>
            </a:r>
          </a:p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+27.8%
</a:t>
            </a:r>
            <a:r>
              <a:rPr lang="en-US" sz="10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realised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a sensitivity, not a forecast it assumes a 1 to 5% recovery rate on the 3.55M of value in silently abandoned baskets. Slide 5 tests that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 before believing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3D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halve the silent-abandonment cohort.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3D262C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half receives a basket reminder within 24 hours. The other receives nothing.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3D262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on abandoned items within 7 days.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3D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26880" y="27432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unsubscribe rate. A recovered basket is not worth a lost customer.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cannot tell you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of data — no seasonality, and week-one return is a short window for a category people restock monthly.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Carting is not intent. Some baskets were never meant to convert, so abandonment overstates lost sales by an unmeasurable amount.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filtering was conservative — 0.26% of sessions flagged. Likely an undercount.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905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</cp:lastModifiedBy>
  <cp:revision>2</cp:revision>
  <dcterms:created xsi:type="dcterms:W3CDTF">2026-07-31T21:00:09Z</dcterms:created>
  <dcterms:modified xsi:type="dcterms:W3CDTF">2026-08-01T20:42:31Z</dcterms:modified>
</cp:coreProperties>
</file>